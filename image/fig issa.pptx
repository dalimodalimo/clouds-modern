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O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/>
    <p:restoredTop sz="94643"/>
  </p:normalViewPr>
  <p:slideViewPr>
    <p:cSldViewPr snapToGrid="0">
      <p:cViewPr>
        <p:scale>
          <a:sx n="73" d="100"/>
          <a:sy n="73" d="100"/>
        </p:scale>
        <p:origin x="328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D018E-3595-B2BD-3386-96C304A6F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A2EED-9905-C8F0-C137-7A210F0B4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ADB4B-FCB4-E7FA-9F86-FCD6D7480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562A5-05F7-0349-A1F9-81FEF0BC3AAE}" type="datetimeFigureOut">
              <a:rPr lang="en-OM" smtClean="0"/>
              <a:t>14/07/2025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390DE-64AB-7A68-40D7-19655E1A5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1FDEF-5CBF-D1AA-E6B0-7A29039F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4E7D6-4662-8844-8E56-B811633221D0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107310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04A0B-379D-5615-0206-60045B77A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34F36-9851-E568-9BA3-6B7499B37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AC03E-E177-72C3-D702-392AFE68E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562A5-05F7-0349-A1F9-81FEF0BC3AAE}" type="datetimeFigureOut">
              <a:rPr lang="en-OM" smtClean="0"/>
              <a:t>14/07/2025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6BEA1-090A-838A-8734-3BC4B513C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C2A07-8D55-830D-088E-B90069CE1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4E7D6-4662-8844-8E56-B811633221D0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350600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C1940-B24B-BD71-DA62-104F5B579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5E780-614B-EE4E-CB4E-C14B4F9A6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70201-507E-B57D-66FD-F25C34D85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562A5-05F7-0349-A1F9-81FEF0BC3AAE}" type="datetimeFigureOut">
              <a:rPr lang="en-OM" smtClean="0"/>
              <a:t>14/07/2025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30FD8-5186-AAB8-F3F4-E1C6B6A18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9BAD8-C6B7-1038-7D3C-46C04465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4E7D6-4662-8844-8E56-B811633221D0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1924319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7922-DDE9-3CED-B38D-BF9ACA21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9D3C9-A29B-C187-8F27-951A61708E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4B8442-B99C-8130-05F2-A1A6ACE22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C5DDE-EB49-4E5A-F54E-1797B4ABB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562A5-05F7-0349-A1F9-81FEF0BC3AAE}" type="datetimeFigureOut">
              <a:rPr lang="en-OM" smtClean="0"/>
              <a:t>14/07/2025</a:t>
            </a:fld>
            <a:endParaRPr lang="en-O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333B9-2CBB-A6B3-6670-C3A0F7B8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22A40-2BFE-3C2D-CA0C-5895FD23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4E7D6-4662-8844-8E56-B811633221D0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3409501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05F6D-50BF-6B49-E29C-403038690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06EE1-76B3-0614-DDED-47D896D78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29FE51-C85C-DB04-E145-8E14E8108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29CD67-DA27-2F0F-295C-2E3A908FF2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E7164B-92D3-DAE8-60CB-9A850EEEDC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E60C9-8CC6-D78D-CCC5-74507B8F6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562A5-05F7-0349-A1F9-81FEF0BC3AAE}" type="datetimeFigureOut">
              <a:rPr lang="en-OM" smtClean="0"/>
              <a:t>14/07/2025</a:t>
            </a:fld>
            <a:endParaRPr lang="en-OM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D09C3D-3F45-BCA9-48F5-682664A89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EDE9E0-B2CA-0728-4015-27701A26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4E7D6-4662-8844-8E56-B811633221D0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2529765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991A5-C8BC-0C22-83BD-79B6301D5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40C0AC-5361-691D-CB58-121FDB68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562A5-05F7-0349-A1F9-81FEF0BC3AAE}" type="datetimeFigureOut">
              <a:rPr lang="en-OM" smtClean="0"/>
              <a:t>14/07/2025</a:t>
            </a:fld>
            <a:endParaRPr lang="en-OM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F25AD5-6E74-E380-51E1-A8E1D36E8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385CF-DDD9-0DA5-2301-17BFAE3F7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4E7D6-4662-8844-8E56-B811633221D0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3472408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14BFB0-F392-36C1-E47A-F35F89E5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562A5-05F7-0349-A1F9-81FEF0BC3AAE}" type="datetimeFigureOut">
              <a:rPr lang="en-OM" smtClean="0"/>
              <a:t>14/07/2025</a:t>
            </a:fld>
            <a:endParaRPr lang="en-OM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3C441E-7BF3-AA62-3C9A-B0ECAD393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7514E-EC0B-C4AC-D4D3-4BF7F7D6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4E7D6-4662-8844-8E56-B811633221D0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98725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1FCA0-0DC5-67D9-C1CA-8868AC95F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C5612-0175-84FC-D007-FC5141975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BCBE5-4D77-1A7A-96FD-10997C699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34D3A-2F8A-0884-EA89-6597F7B74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562A5-05F7-0349-A1F9-81FEF0BC3AAE}" type="datetimeFigureOut">
              <a:rPr lang="en-OM" smtClean="0"/>
              <a:t>14/07/2025</a:t>
            </a:fld>
            <a:endParaRPr lang="en-O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D5AE6-5DA0-6007-CBEB-C98D36B1E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2E254-AE02-28F8-9178-4CE34689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4E7D6-4662-8844-8E56-B811633221D0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213774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1134F-041C-87F9-7A93-582AF223A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AB18A8-B57B-F115-44FF-32B21B9C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O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CC61C-9CD5-A7E4-55D6-D0838A2DA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16CBC-EC06-329B-4D2F-CFECA073D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562A5-05F7-0349-A1F9-81FEF0BC3AAE}" type="datetimeFigureOut">
              <a:rPr lang="en-OM" smtClean="0"/>
              <a:t>14/07/2025</a:t>
            </a:fld>
            <a:endParaRPr lang="en-O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B4C92-8B8C-6CDD-F00E-88D1F7C6A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52371-DEBA-95B8-B81E-725A0B89F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4E7D6-4662-8844-8E56-B811633221D0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3963361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08E8A-AF83-3692-FDCB-A8C729192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5E3E2-2B86-F6AA-024A-4DE8B498F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5502C-4C07-0C31-6B3F-089B4765D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562A5-05F7-0349-A1F9-81FEF0BC3AAE}" type="datetimeFigureOut">
              <a:rPr lang="en-OM" smtClean="0"/>
              <a:t>14/07/2025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DF56D-4FEB-3BF9-9055-973741F0B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34E0C-02D0-6305-37AF-F78F24A1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4E7D6-4662-8844-8E56-B811633221D0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471420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1B2E68-1559-6602-0505-57C3311E08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35863C-09FE-5931-130E-698C5174A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21AB7-9B5D-361A-3690-54A83ED4E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562A5-05F7-0349-A1F9-81FEF0BC3AAE}" type="datetimeFigureOut">
              <a:rPr lang="en-OM" smtClean="0"/>
              <a:t>14/07/2025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F7499-D113-016E-033A-7FABB673E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460F6-9F74-EFEA-ED79-05F5CE4D3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4E7D6-4662-8844-8E56-B811633221D0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2903271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6EBBAE-708C-557B-6DC7-689E95F4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144FF-6A24-A6AA-88FA-98E608519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2C509-4B25-A208-554A-2D0D8F3C4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562A5-05F7-0349-A1F9-81FEF0BC3AAE}" type="datetimeFigureOut">
              <a:rPr lang="en-OM" smtClean="0"/>
              <a:t>14/07/2025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AC87E-2985-6583-A57E-7254BAA5A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B9769-FA8B-AB8E-4C0E-00B441684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4E7D6-4662-8844-8E56-B811633221D0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1851941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O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B2AA110B-3395-B4E8-C0EE-440E64015737}"/>
              </a:ext>
            </a:extLst>
          </p:cNvPr>
          <p:cNvGrpSpPr/>
          <p:nvPr/>
        </p:nvGrpSpPr>
        <p:grpSpPr>
          <a:xfrm>
            <a:off x="1659034" y="1495269"/>
            <a:ext cx="8873932" cy="4096062"/>
            <a:chOff x="944625" y="3429000"/>
            <a:chExt cx="5692090" cy="2578825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3F297054-461D-C2FE-583F-437FBBC32A21}"/>
                </a:ext>
              </a:extLst>
            </p:cNvPr>
            <p:cNvGrpSpPr/>
            <p:nvPr/>
          </p:nvGrpSpPr>
          <p:grpSpPr>
            <a:xfrm>
              <a:off x="1053432" y="3429000"/>
              <a:ext cx="5466219" cy="357007"/>
              <a:chOff x="1117600" y="3770320"/>
              <a:chExt cx="5466219" cy="357007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AA3833F-4C8A-7356-209F-CF8C01064E20}"/>
                  </a:ext>
                </a:extLst>
              </p:cNvPr>
              <p:cNvSpPr/>
              <p:nvPr/>
            </p:nvSpPr>
            <p:spPr>
              <a:xfrm>
                <a:off x="1117600" y="3770334"/>
                <a:ext cx="5466219" cy="356993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OM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43C1B67-9930-6E2B-1C90-82E51B7EEE84}"/>
                  </a:ext>
                </a:extLst>
              </p:cNvPr>
              <p:cNvGrpSpPr/>
              <p:nvPr/>
            </p:nvGrpSpPr>
            <p:grpSpPr>
              <a:xfrm>
                <a:off x="1117600" y="3770333"/>
                <a:ext cx="388092" cy="356993"/>
                <a:chOff x="3028208" y="4381994"/>
                <a:chExt cx="235692" cy="225632"/>
              </a:xfrm>
            </p:grpSpPr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FAF4800F-668A-E626-8A0F-0CE637DFD7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28208" y="4381995"/>
                  <a:ext cx="118753" cy="2256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0F94EA38-CB77-F973-CA9D-9F2FB6D539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46961" y="4381994"/>
                  <a:ext cx="116939" cy="2256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6CA74777-6556-8A5F-8ECF-E72F36EA30FE}"/>
                  </a:ext>
                </a:extLst>
              </p:cNvPr>
              <p:cNvGrpSpPr/>
              <p:nvPr/>
            </p:nvGrpSpPr>
            <p:grpSpPr>
              <a:xfrm>
                <a:off x="1507185" y="3770332"/>
                <a:ext cx="388092" cy="356993"/>
                <a:chOff x="3028208" y="4381994"/>
                <a:chExt cx="235692" cy="225632"/>
              </a:xfrm>
            </p:grpSpPr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50C5A57D-98F2-21CC-7FE0-A64BDB88D0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28208" y="4381995"/>
                  <a:ext cx="118753" cy="2256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90F2209B-8EE8-2B0B-8B33-CBB8E85C36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46961" y="4381994"/>
                  <a:ext cx="116939" cy="2256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BE96F50F-9C05-19B2-7EEF-4E2DA1C4EE3F}"/>
                  </a:ext>
                </a:extLst>
              </p:cNvPr>
              <p:cNvGrpSpPr/>
              <p:nvPr/>
            </p:nvGrpSpPr>
            <p:grpSpPr>
              <a:xfrm>
                <a:off x="1896770" y="3770331"/>
                <a:ext cx="388092" cy="356993"/>
                <a:chOff x="3028208" y="4381994"/>
                <a:chExt cx="235692" cy="225632"/>
              </a:xfrm>
            </p:grpSpPr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3F69FBBB-6D49-B790-1DFE-AB86C903C7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28208" y="4381995"/>
                  <a:ext cx="118753" cy="2256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A57F7523-8402-2CD7-AC2D-9E29F88168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46961" y="4381994"/>
                  <a:ext cx="116939" cy="2256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7C0D313A-D92E-191F-02C3-AAE217D207EB}"/>
                  </a:ext>
                </a:extLst>
              </p:cNvPr>
              <p:cNvGrpSpPr/>
              <p:nvPr/>
            </p:nvGrpSpPr>
            <p:grpSpPr>
              <a:xfrm>
                <a:off x="2286355" y="3770330"/>
                <a:ext cx="388092" cy="356993"/>
                <a:chOff x="3028208" y="4381994"/>
                <a:chExt cx="235692" cy="225632"/>
              </a:xfrm>
            </p:grpSpPr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536A2988-EF74-BBF2-5C21-7BCAC57850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28208" y="4381995"/>
                  <a:ext cx="118753" cy="2256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639BDC77-F4D6-5982-0569-EF3B7870F0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46961" y="4381994"/>
                  <a:ext cx="116939" cy="2256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3211D124-26F4-A7C5-0377-55809747F107}"/>
                  </a:ext>
                </a:extLst>
              </p:cNvPr>
              <p:cNvGrpSpPr/>
              <p:nvPr/>
            </p:nvGrpSpPr>
            <p:grpSpPr>
              <a:xfrm>
                <a:off x="2675940" y="3770329"/>
                <a:ext cx="388092" cy="356993"/>
                <a:chOff x="3028208" y="4381994"/>
                <a:chExt cx="235692" cy="225632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C0AEFE27-2F00-97C7-13EB-10EA8AF663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28208" y="4381995"/>
                  <a:ext cx="118753" cy="2256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A3B8615-63C7-DB8C-01C0-4430C318A7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46961" y="4381994"/>
                  <a:ext cx="116939" cy="2256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2F56CAA9-4042-2551-28FD-BC92C85F1760}"/>
                  </a:ext>
                </a:extLst>
              </p:cNvPr>
              <p:cNvGrpSpPr/>
              <p:nvPr/>
            </p:nvGrpSpPr>
            <p:grpSpPr>
              <a:xfrm>
                <a:off x="3065525" y="3770328"/>
                <a:ext cx="388092" cy="356993"/>
                <a:chOff x="3028208" y="4381994"/>
                <a:chExt cx="235692" cy="225632"/>
              </a:xfrm>
            </p:grpSpPr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3F35ADFF-9D29-DE54-9DFD-21F21668E8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28208" y="4381995"/>
                  <a:ext cx="118753" cy="2256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919F4804-111C-9162-2070-C8DFB89A45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46961" y="4381994"/>
                  <a:ext cx="116939" cy="2256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6C0759F4-9CEE-3BA7-AA8F-E8A7E273412C}"/>
                  </a:ext>
                </a:extLst>
              </p:cNvPr>
              <p:cNvGrpSpPr/>
              <p:nvPr/>
            </p:nvGrpSpPr>
            <p:grpSpPr>
              <a:xfrm>
                <a:off x="3455110" y="3770327"/>
                <a:ext cx="388092" cy="356993"/>
                <a:chOff x="3028208" y="4381994"/>
                <a:chExt cx="235692" cy="225632"/>
              </a:xfrm>
            </p:grpSpPr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3A641E8C-E3A4-3242-2892-BE8D129FAB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28208" y="4381995"/>
                  <a:ext cx="118753" cy="2256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5442A58E-C692-AE55-35D7-4C01B3022D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46961" y="4381994"/>
                  <a:ext cx="116939" cy="2256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0555A01-5F8E-52C0-7062-2EB0308552A7}"/>
                  </a:ext>
                </a:extLst>
              </p:cNvPr>
              <p:cNvGrpSpPr/>
              <p:nvPr/>
            </p:nvGrpSpPr>
            <p:grpSpPr>
              <a:xfrm>
                <a:off x="3844695" y="3770326"/>
                <a:ext cx="388092" cy="356993"/>
                <a:chOff x="3028208" y="4381994"/>
                <a:chExt cx="235692" cy="225632"/>
              </a:xfrm>
            </p:grpSpPr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0D7A64FE-AD3A-E37C-4513-5DF2E33290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28208" y="4381995"/>
                  <a:ext cx="118753" cy="2256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CB401770-2DB7-BEF2-71C5-ECAB59FDF8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46961" y="4381994"/>
                  <a:ext cx="116939" cy="2256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C79191F3-305D-4F52-9855-4A634AC3FF1A}"/>
                  </a:ext>
                </a:extLst>
              </p:cNvPr>
              <p:cNvGrpSpPr/>
              <p:nvPr/>
            </p:nvGrpSpPr>
            <p:grpSpPr>
              <a:xfrm>
                <a:off x="4234280" y="3770325"/>
                <a:ext cx="388092" cy="356993"/>
                <a:chOff x="3028208" y="4381994"/>
                <a:chExt cx="235692" cy="225632"/>
              </a:xfrm>
            </p:grpSpPr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F5ACD663-4B6F-6971-6853-FAF67DF040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28208" y="4381995"/>
                  <a:ext cx="118753" cy="2256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06C9E128-3D46-8ACE-C80C-E8A3B75E48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46961" y="4381994"/>
                  <a:ext cx="116939" cy="2256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093EC418-8078-E1FE-9BBE-5F090FC8FE6E}"/>
                  </a:ext>
                </a:extLst>
              </p:cNvPr>
              <p:cNvGrpSpPr/>
              <p:nvPr/>
            </p:nvGrpSpPr>
            <p:grpSpPr>
              <a:xfrm>
                <a:off x="4623865" y="3770324"/>
                <a:ext cx="388092" cy="356993"/>
                <a:chOff x="3028208" y="4381994"/>
                <a:chExt cx="235692" cy="225632"/>
              </a:xfrm>
            </p:grpSpPr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D00EFCAC-80F1-EC75-E8D6-B4F4C978FA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28208" y="4381995"/>
                  <a:ext cx="118753" cy="2256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AF5B16AF-278D-D4FE-BC2D-CEC3B60CF2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46961" y="4381994"/>
                  <a:ext cx="116939" cy="2256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A6F7A3AA-9326-84F6-F3F4-F897E8D76C4D}"/>
                  </a:ext>
                </a:extLst>
              </p:cNvPr>
              <p:cNvGrpSpPr/>
              <p:nvPr/>
            </p:nvGrpSpPr>
            <p:grpSpPr>
              <a:xfrm>
                <a:off x="5013450" y="3770323"/>
                <a:ext cx="388092" cy="356993"/>
                <a:chOff x="3028208" y="4381994"/>
                <a:chExt cx="235692" cy="225632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49D7791B-6EC9-2F8E-11A1-C44FF600C4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28208" y="4381995"/>
                  <a:ext cx="118753" cy="2256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8615E881-8BB2-36A2-9336-3176D8683D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46961" y="4381994"/>
                  <a:ext cx="116939" cy="2256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B9BDC469-B7DA-CEAB-D4D6-91E2E98BF0DF}"/>
                  </a:ext>
                </a:extLst>
              </p:cNvPr>
              <p:cNvGrpSpPr/>
              <p:nvPr/>
            </p:nvGrpSpPr>
            <p:grpSpPr>
              <a:xfrm>
                <a:off x="5403035" y="3770322"/>
                <a:ext cx="388092" cy="356993"/>
                <a:chOff x="3028208" y="4381994"/>
                <a:chExt cx="235692" cy="225632"/>
              </a:xfrm>
            </p:grpSpPr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F443B0C-77BA-3EB9-4556-16FC5FAF95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28208" y="4381995"/>
                  <a:ext cx="118753" cy="2256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93D2F956-36C1-8EB2-1058-7ECDC8F602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46961" y="4381994"/>
                  <a:ext cx="116939" cy="2256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00BCBA1-275C-23F0-DF60-5F8A3637DB41}"/>
                  </a:ext>
                </a:extLst>
              </p:cNvPr>
              <p:cNvGrpSpPr/>
              <p:nvPr/>
            </p:nvGrpSpPr>
            <p:grpSpPr>
              <a:xfrm>
                <a:off x="5792620" y="3770321"/>
                <a:ext cx="388092" cy="356993"/>
                <a:chOff x="3028208" y="4381994"/>
                <a:chExt cx="235692" cy="225632"/>
              </a:xfrm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A605CF95-B4D9-95CF-65B3-B027E02070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28208" y="4381995"/>
                  <a:ext cx="118753" cy="2256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4B8DADD6-6B9D-A995-47D0-F5FFB1F169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46961" y="4381994"/>
                  <a:ext cx="116939" cy="2256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9DB85328-3B09-B994-E858-A94270A77964}"/>
                  </a:ext>
                </a:extLst>
              </p:cNvPr>
              <p:cNvGrpSpPr/>
              <p:nvPr/>
            </p:nvGrpSpPr>
            <p:grpSpPr>
              <a:xfrm>
                <a:off x="6182205" y="3770320"/>
                <a:ext cx="388092" cy="356993"/>
                <a:chOff x="3028208" y="4381994"/>
                <a:chExt cx="235692" cy="225632"/>
              </a:xfrm>
            </p:grpSpPr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F734D8CC-0009-0DD7-89A7-CB3FE339C4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28208" y="4381995"/>
                  <a:ext cx="118753" cy="2256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73E60255-BBA8-AC87-2B9B-BA11B14573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46961" y="4381994"/>
                  <a:ext cx="116939" cy="2256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E25A03E7-B197-4D3B-2E0F-539854B45E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49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378F5A02-4C75-03F9-C6E2-045912A1D4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73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F5F684B7-EBCF-4FAC-C8FD-F5E0797C33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97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1B41EBB7-E478-4F56-C66C-7E8DDF7721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21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39133DB-660C-4242-0A4B-A04BEDB89D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45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6D55E249-F38C-3AEF-4BBF-9B64FBAC78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69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33DD24C9-4141-9EC1-64E9-D210DC5461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193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A9AFE5E6-6AFF-FF9C-00D7-646DAFE530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017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C4D4EDCB-ABCA-A933-9615-5529BA26E8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841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09B3C73C-4722-FB86-02F3-8FCF655002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65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1F5F9AB8-5644-9F21-E7C9-C550F7705F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89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424A4956-605D-C5B1-5CC1-D839F85E35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13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B1789DD7-32EE-A3B6-9B95-107B20B92D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37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8225967-C1D9-5D14-5145-C7CBDCB7AD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61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C3A62AE5-F1D5-2148-50BE-ED038CDBC8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785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9204E05D-A4A7-FBDF-97B4-BB8C8DB706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09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C9E922A3-7ECA-07B0-2ECA-EA5C60F9EB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33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F2FFDFE0-F852-83C8-10F7-3F3FC628F0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257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02650D5E-FA7B-035D-EAC2-392DCDDACD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1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D2986001-E20F-59A2-63EC-877798BE38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905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F0195AC4-4210-DBEE-3035-BD1A8A0563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29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7319C683-B60B-33AF-545E-5E68249671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53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9312CA04-8ACC-C843-9FBB-A040546BED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377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2CE8F90-9B56-ED2F-7AFB-A49E22A75E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01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75452A9-EAFF-7D27-D0C7-744E913D2F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25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9E7CE14B-05E4-9FC0-65BA-11771D2E18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849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C9FF6768-538B-52DA-378D-565060A84E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73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7AC1A91A-0CFB-27D9-7D2F-211BE65566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497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B8E1F0FA-DE60-2D6A-4F28-72D7C8AA31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21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CF1D0FF5-56F1-598F-5092-89DCBF2A4C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14555" y="3781342"/>
                <a:ext cx="0" cy="334947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8373824-2870-4634-7CB2-5EDE98C72D5D}"/>
                </a:ext>
              </a:extLst>
            </p:cNvPr>
            <p:cNvSpPr/>
            <p:nvPr/>
          </p:nvSpPr>
          <p:spPr>
            <a:xfrm>
              <a:off x="1050048" y="3783951"/>
              <a:ext cx="112294" cy="184484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OM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72ED4E57-C604-1035-F2E2-942D4E1FE096}"/>
                </a:ext>
              </a:extLst>
            </p:cNvPr>
            <p:cNvSpPr/>
            <p:nvPr/>
          </p:nvSpPr>
          <p:spPr>
            <a:xfrm>
              <a:off x="944625" y="5637776"/>
              <a:ext cx="323139" cy="35699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OM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00CD5E2-99D6-6AE1-5CF2-D415C9E80CFD}"/>
                </a:ext>
              </a:extLst>
            </p:cNvPr>
            <p:cNvSpPr/>
            <p:nvPr/>
          </p:nvSpPr>
          <p:spPr>
            <a:xfrm>
              <a:off x="3725652" y="3797007"/>
              <a:ext cx="112294" cy="184484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OM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DC44F569-2D33-F639-783B-BB74A4EBDD98}"/>
                </a:ext>
              </a:extLst>
            </p:cNvPr>
            <p:cNvSpPr/>
            <p:nvPr/>
          </p:nvSpPr>
          <p:spPr>
            <a:xfrm>
              <a:off x="3620229" y="5650832"/>
              <a:ext cx="323139" cy="35699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OM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96F7650-1942-00DC-8239-A22BBB63FED8}"/>
                </a:ext>
              </a:extLst>
            </p:cNvPr>
            <p:cNvSpPr/>
            <p:nvPr/>
          </p:nvSpPr>
          <p:spPr>
            <a:xfrm>
              <a:off x="6418999" y="3797007"/>
              <a:ext cx="112294" cy="184484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OM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43917D6-D918-C9BD-5F81-98D96E83A028}"/>
                </a:ext>
              </a:extLst>
            </p:cNvPr>
            <p:cNvSpPr/>
            <p:nvPr/>
          </p:nvSpPr>
          <p:spPr>
            <a:xfrm>
              <a:off x="6313576" y="5650832"/>
              <a:ext cx="323139" cy="35699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OM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F2756F2-B623-75F6-2097-6F9F285107DA}"/>
              </a:ext>
            </a:extLst>
          </p:cNvPr>
          <p:cNvGrpSpPr/>
          <p:nvPr/>
        </p:nvGrpSpPr>
        <p:grpSpPr>
          <a:xfrm>
            <a:off x="1823388" y="1069299"/>
            <a:ext cx="8545226" cy="218000"/>
            <a:chOff x="1823388" y="764499"/>
            <a:chExt cx="8545226" cy="218000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4BAC05C-2375-5110-079B-C056B719ECA4}"/>
                </a:ext>
              </a:extLst>
            </p:cNvPr>
            <p:cNvCxnSpPr/>
            <p:nvPr/>
          </p:nvCxnSpPr>
          <p:spPr>
            <a:xfrm>
              <a:off x="1823388" y="869430"/>
              <a:ext cx="8545226" cy="0"/>
            </a:xfrm>
            <a:prstGeom prst="line">
              <a:avLst/>
            </a:prstGeom>
            <a:ln w="158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99EB1F32-7F32-EF21-ADB4-128776615FB7}"/>
                </a:ext>
              </a:extLst>
            </p:cNvPr>
            <p:cNvCxnSpPr/>
            <p:nvPr/>
          </p:nvCxnSpPr>
          <p:spPr>
            <a:xfrm>
              <a:off x="1823388" y="764499"/>
              <a:ext cx="0" cy="209862"/>
            </a:xfrm>
            <a:prstGeom prst="line">
              <a:avLst/>
            </a:prstGeom>
            <a:ln w="158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5502EF8E-E375-12EC-D68C-BAD877BC3DE8}"/>
                </a:ext>
              </a:extLst>
            </p:cNvPr>
            <p:cNvCxnSpPr/>
            <p:nvPr/>
          </p:nvCxnSpPr>
          <p:spPr>
            <a:xfrm>
              <a:off x="10368614" y="772637"/>
              <a:ext cx="0" cy="209862"/>
            </a:xfrm>
            <a:prstGeom prst="line">
              <a:avLst/>
            </a:prstGeom>
            <a:ln w="158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E46397B-FD30-5FA4-CB94-9310A0C7C8B9}"/>
              </a:ext>
            </a:extLst>
          </p:cNvPr>
          <p:cNvGrpSpPr/>
          <p:nvPr/>
        </p:nvGrpSpPr>
        <p:grpSpPr>
          <a:xfrm>
            <a:off x="2133508" y="2828111"/>
            <a:ext cx="3644163" cy="216775"/>
            <a:chOff x="1823388" y="764499"/>
            <a:chExt cx="8545226" cy="218000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73CA68B1-55D2-E450-7F20-53E82B400882}"/>
                </a:ext>
              </a:extLst>
            </p:cNvPr>
            <p:cNvCxnSpPr/>
            <p:nvPr/>
          </p:nvCxnSpPr>
          <p:spPr>
            <a:xfrm>
              <a:off x="1823388" y="869430"/>
              <a:ext cx="8545226" cy="0"/>
            </a:xfrm>
            <a:prstGeom prst="line">
              <a:avLst/>
            </a:prstGeom>
            <a:ln w="158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83A5DE9-423F-BAB3-91A3-8EFD5CFE5298}"/>
                </a:ext>
              </a:extLst>
            </p:cNvPr>
            <p:cNvCxnSpPr/>
            <p:nvPr/>
          </p:nvCxnSpPr>
          <p:spPr>
            <a:xfrm>
              <a:off x="1823388" y="764499"/>
              <a:ext cx="0" cy="209862"/>
            </a:xfrm>
            <a:prstGeom prst="line">
              <a:avLst/>
            </a:prstGeom>
            <a:ln w="158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E4C9B81-7097-A332-D57B-1A50FE0EDBD6}"/>
                </a:ext>
              </a:extLst>
            </p:cNvPr>
            <p:cNvCxnSpPr/>
            <p:nvPr/>
          </p:nvCxnSpPr>
          <p:spPr>
            <a:xfrm>
              <a:off x="10368614" y="772637"/>
              <a:ext cx="0" cy="209862"/>
            </a:xfrm>
            <a:prstGeom prst="line">
              <a:avLst/>
            </a:prstGeom>
            <a:ln w="158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F9D465F5-0CB9-B63A-E144-E899291D9DE1}"/>
              </a:ext>
            </a:extLst>
          </p:cNvPr>
          <p:cNvGrpSpPr/>
          <p:nvPr/>
        </p:nvGrpSpPr>
        <p:grpSpPr>
          <a:xfrm>
            <a:off x="6429877" y="2836203"/>
            <a:ext cx="3644163" cy="216775"/>
            <a:chOff x="1823388" y="764499"/>
            <a:chExt cx="8545226" cy="218000"/>
          </a:xfrm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F2A0B19E-4F56-8D5A-53D3-DCE8DA36FD84}"/>
                </a:ext>
              </a:extLst>
            </p:cNvPr>
            <p:cNvCxnSpPr/>
            <p:nvPr/>
          </p:nvCxnSpPr>
          <p:spPr>
            <a:xfrm>
              <a:off x="1823388" y="869430"/>
              <a:ext cx="8545226" cy="0"/>
            </a:xfrm>
            <a:prstGeom prst="line">
              <a:avLst/>
            </a:prstGeom>
            <a:ln w="158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74157BF-FBD2-5FC3-A9B8-E476ABC68287}"/>
                </a:ext>
              </a:extLst>
            </p:cNvPr>
            <p:cNvCxnSpPr/>
            <p:nvPr/>
          </p:nvCxnSpPr>
          <p:spPr>
            <a:xfrm>
              <a:off x="1823388" y="764499"/>
              <a:ext cx="0" cy="209862"/>
            </a:xfrm>
            <a:prstGeom prst="line">
              <a:avLst/>
            </a:prstGeom>
            <a:ln w="158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AF70CBD4-341A-5436-0AB5-DDDB0A66A495}"/>
                </a:ext>
              </a:extLst>
            </p:cNvPr>
            <p:cNvCxnSpPr/>
            <p:nvPr/>
          </p:nvCxnSpPr>
          <p:spPr>
            <a:xfrm>
              <a:off x="10368614" y="772637"/>
              <a:ext cx="0" cy="209862"/>
            </a:xfrm>
            <a:prstGeom prst="line">
              <a:avLst/>
            </a:prstGeom>
            <a:ln w="158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4760D2EF-7D58-5D92-7097-153F50C89E37}"/>
              </a:ext>
            </a:extLst>
          </p:cNvPr>
          <p:cNvSpPr txBox="1"/>
          <p:nvPr/>
        </p:nvSpPr>
        <p:spPr>
          <a:xfrm>
            <a:off x="5089606" y="756677"/>
            <a:ext cx="21223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80 meters Length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DE4732E-D9F7-45F8-A22D-668121463447}"/>
              </a:ext>
            </a:extLst>
          </p:cNvPr>
          <p:cNvSpPr txBox="1"/>
          <p:nvPr/>
        </p:nvSpPr>
        <p:spPr>
          <a:xfrm>
            <a:off x="1741437" y="538889"/>
            <a:ext cx="3121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Pipe thickness 1.5 mm and the profile sheet steel 0,60 mm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054571B-8ED8-2EDE-54E3-B059AE586825}"/>
              </a:ext>
            </a:extLst>
          </p:cNvPr>
          <p:cNvGrpSpPr/>
          <p:nvPr/>
        </p:nvGrpSpPr>
        <p:grpSpPr>
          <a:xfrm rot="16200000">
            <a:off x="10433653" y="1708749"/>
            <a:ext cx="567015" cy="175067"/>
            <a:chOff x="1823388" y="764499"/>
            <a:chExt cx="8545226" cy="218000"/>
          </a:xfrm>
        </p:grpSpPr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3D92ACD1-306A-27FA-7687-19CBCBD383D3}"/>
                </a:ext>
              </a:extLst>
            </p:cNvPr>
            <p:cNvCxnSpPr/>
            <p:nvPr/>
          </p:nvCxnSpPr>
          <p:spPr>
            <a:xfrm>
              <a:off x="1823388" y="869430"/>
              <a:ext cx="8545226" cy="0"/>
            </a:xfrm>
            <a:prstGeom prst="line">
              <a:avLst/>
            </a:prstGeom>
            <a:ln w="158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9907BE7D-BC78-8A45-94CE-CA26678B27F9}"/>
                </a:ext>
              </a:extLst>
            </p:cNvPr>
            <p:cNvCxnSpPr/>
            <p:nvPr/>
          </p:nvCxnSpPr>
          <p:spPr>
            <a:xfrm>
              <a:off x="1823388" y="764499"/>
              <a:ext cx="0" cy="209862"/>
            </a:xfrm>
            <a:prstGeom prst="line">
              <a:avLst/>
            </a:prstGeom>
            <a:ln w="158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01FDBE21-3712-BCB4-E077-010AE7B7E7B9}"/>
                </a:ext>
              </a:extLst>
            </p:cNvPr>
            <p:cNvCxnSpPr/>
            <p:nvPr/>
          </p:nvCxnSpPr>
          <p:spPr>
            <a:xfrm>
              <a:off x="10368614" y="772637"/>
              <a:ext cx="0" cy="209862"/>
            </a:xfrm>
            <a:prstGeom prst="line">
              <a:avLst/>
            </a:prstGeom>
            <a:ln w="158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F9FD7CD2-B40C-818E-5722-68D53AD70F5F}"/>
              </a:ext>
            </a:extLst>
          </p:cNvPr>
          <p:cNvSpPr txBox="1"/>
          <p:nvPr/>
        </p:nvSpPr>
        <p:spPr>
          <a:xfrm>
            <a:off x="10782445" y="1615930"/>
            <a:ext cx="9075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50 CM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7EB2518-C44B-FDDA-E8ED-2D13A260A3CC}"/>
              </a:ext>
            </a:extLst>
          </p:cNvPr>
          <p:cNvSpPr txBox="1"/>
          <p:nvPr/>
        </p:nvSpPr>
        <p:spPr>
          <a:xfrm>
            <a:off x="3481788" y="2940447"/>
            <a:ext cx="1207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5 meters </a:t>
            </a:r>
            <a:endParaRPr lang="en-OM" sz="14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6FBC270-C264-FB95-53F7-F49634A4AF98}"/>
              </a:ext>
            </a:extLst>
          </p:cNvPr>
          <p:cNvSpPr txBox="1"/>
          <p:nvPr/>
        </p:nvSpPr>
        <p:spPr>
          <a:xfrm>
            <a:off x="7759113" y="2967686"/>
            <a:ext cx="1207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5 meters </a:t>
            </a:r>
            <a:endParaRPr lang="en-OM" sz="14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369B242-0D50-DCBE-664D-8C8FD312CA0F}"/>
              </a:ext>
            </a:extLst>
          </p:cNvPr>
          <p:cNvSpPr txBox="1"/>
          <p:nvPr/>
        </p:nvSpPr>
        <p:spPr>
          <a:xfrm>
            <a:off x="9418318" y="5615562"/>
            <a:ext cx="2041606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concrete 40 Cm × 60 Cm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2C52EF70-5921-3A2E-50E6-A2F3D5C406AF}"/>
              </a:ext>
            </a:extLst>
          </p:cNvPr>
          <p:cNvCxnSpPr/>
          <p:nvPr/>
        </p:nvCxnSpPr>
        <p:spPr>
          <a:xfrm flipH="1" flipV="1">
            <a:off x="987769" y="1169223"/>
            <a:ext cx="723900" cy="87055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02F374A7-18B5-B186-D75F-56A761888EA4}"/>
              </a:ext>
            </a:extLst>
          </p:cNvPr>
          <p:cNvSpPr txBox="1"/>
          <p:nvPr/>
        </p:nvSpPr>
        <p:spPr>
          <a:xfrm>
            <a:off x="550079" y="1530827"/>
            <a:ext cx="12077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3 meters Width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1045309-1005-1EDB-608D-9149F9310D6B}"/>
              </a:ext>
            </a:extLst>
          </p:cNvPr>
          <p:cNvSpPr txBox="1"/>
          <p:nvPr/>
        </p:nvSpPr>
        <p:spPr>
          <a:xfrm>
            <a:off x="171097" y="3248224"/>
            <a:ext cx="1207778" cy="315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Pipe 3 inches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7472DB9C-E1C7-3D6D-3781-9E3D2FD95AB0}"/>
              </a:ext>
            </a:extLst>
          </p:cNvPr>
          <p:cNvCxnSpPr/>
          <p:nvPr/>
        </p:nvCxnSpPr>
        <p:spPr>
          <a:xfrm flipH="1" flipV="1">
            <a:off x="1161443" y="3524176"/>
            <a:ext cx="723900" cy="87055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D56D8EDA-7F83-65F3-F35C-EA22FAE8F7A4}"/>
              </a:ext>
            </a:extLst>
          </p:cNvPr>
          <p:cNvCxnSpPr>
            <a:cxnSpLocks/>
          </p:cNvCxnSpPr>
          <p:nvPr/>
        </p:nvCxnSpPr>
        <p:spPr>
          <a:xfrm flipH="1">
            <a:off x="332985" y="3524176"/>
            <a:ext cx="82845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76C6233B-02DC-85B3-11F0-CD631B708F25}"/>
              </a:ext>
            </a:extLst>
          </p:cNvPr>
          <p:cNvSpPr/>
          <p:nvPr/>
        </p:nvSpPr>
        <p:spPr>
          <a:xfrm>
            <a:off x="1845981" y="4373439"/>
            <a:ext cx="78723" cy="71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2498058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46E665-2C7B-CB75-2153-AFA3F5B68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82" y="160403"/>
            <a:ext cx="11621043" cy="638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039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32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mohammed ali maaroufi</dc:creator>
  <cp:lastModifiedBy>mohammed ali maaroufi</cp:lastModifiedBy>
  <cp:revision>2</cp:revision>
  <dcterms:created xsi:type="dcterms:W3CDTF">2025-07-13T20:01:16Z</dcterms:created>
  <dcterms:modified xsi:type="dcterms:W3CDTF">2025-07-13T20:29:41Z</dcterms:modified>
</cp:coreProperties>
</file>